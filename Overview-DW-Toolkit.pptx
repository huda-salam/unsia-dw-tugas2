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83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BUKU · DATA WAREHOUSE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Warehouse Toolkit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3127248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3101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&amp; ETL — Ikhtisar 20 Bab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37673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Kimball &amp; Margy Ross · Edisi ke-3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Isi Buku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777240" cy="7772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" y="1802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6184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65960" y="20025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DW/BI &amp; pemodelan dimensional (Bab 1–2)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770632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9" name="Image 1" descr="/tmp/dwrepo_ppt/assets/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972714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27889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965960" y="31729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industri: retail hingga asuransi (Bab 3–16)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3941064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3" name="Image 2" descr="/tmp/dwrepo_ppt/assets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" y="4143146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65960" y="39593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965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Lifecycle &amp; proses pemodelan (Bab 17–18)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14400" y="5111496"/>
            <a:ext cx="777240" cy="77724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3" descr="/tmp/dwrepo_ppt/assets/icons/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82" y="5313578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65960" y="512978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1965960" y="5513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subsystem &amp; proses implementasi (Bab 19–20)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Pemodelan Dimensional?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punya dua tujuan yang sering berbenturan di desain ternormalisasi, tetapi menyatu dalam model dimensional: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46888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690" y="26828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429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Mudah Dipahami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88720" y="388620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mengikuti cara pikir bisnis — bukan normalisasi teknis. Pengguna bisnis paham tanpa perlu ahli database.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2148840"/>
            <a:ext cx="50292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46888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930" y="26828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429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Berkinerja Tinggi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388620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bintang dengan sedikit join besar dioptimalkan untuk query analitik, bukan transaksi.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Skema Bintang (Star Schema)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fact table di tengah dikelilingi dimension tables — bentuk seperti bintang.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2240280"/>
            <a:ext cx="1371600" cy="196596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>
            <a:off x="9189720" y="2240280"/>
            <a:ext cx="-2194560" cy="196596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11880" y="3703320"/>
            <a:ext cx="3383280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10012680" y="3703320"/>
            <a:ext cx="-3017520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H="1" flipV="1">
            <a:off x="6995160" y="5394960"/>
            <a:ext cx="0" cy="-118872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623560" y="361188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5400000">
              <a:srgbClr val="2563E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36118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
</a:t>
            </a:r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dimensi + fakta terukur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Waktu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Produk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4290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3429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Pelanggan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89720" y="34290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3429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Toko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512064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5120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Promosi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Blok Bangunan: Fakta &amp; Dimensi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0876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78308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6" name="Image 0" descr="/tmp/dwrepo_ppt/assets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915" y="19732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Table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07008" y="269748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pengukuran numerik proses bisnis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tingkat detail satu baris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asing ke semua dimensi + fakta terukur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Besar, panjang, jarang diubah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0292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1" name="Image 1" descr="/tmp/dwrepo_ppt/assets/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155" y="19732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Table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56248" y="2697480"/>
            <a:ext cx="4343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tekstual: siapa, apa, kapan, di mana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untuk filter, grouping, label laporan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sebagai kunci utama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 (banyak kolom), relatif kecil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Desain Dimensional: 4 Langkah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5648" y="22402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Proses Bisnis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yang diukur organisasi (mis. penjualan)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457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11880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2402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Deklarasikan Grain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79476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detail satu baris fakta — sedetail mungkin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9320" y="1920240"/>
            <a:ext cx="457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33488" y="22402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Dimensi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8368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deskriptif: waktu, produk, pelanggan…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78240" y="1920240"/>
            <a:ext cx="457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192024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2408" y="22402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2408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26880" y="306324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Fakta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72600" y="3794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Pengukuran numerik yang selaras dengan grain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Tipe Fact Table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1874520"/>
            <a:ext cx="868680" cy="8686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6" name="Image 0" descr="/tmp/dwrepo_ppt/assets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537" y="21003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per event terukur. Paling detail &amp; fleksibel.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4892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per item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874520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697" y="21003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 Snapshot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berkala (harian/bulanan). Fakta semi-aditif.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17720" y="4892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rekening bulanan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0" y="1874520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8" name="Image 2" descr="/tmp/dwrepo_ppt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9857" y="210037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Accumulating Snapshot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183880" y="34747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per proses, di-update tiap milestone.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183880" y="4892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</a:t>
            </a:r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pemenuhan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Slowly Changing Dimensions (SCD)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menangani atribut dimensi yang berubah perlahan seiring waktu — ditetapkan per atribut.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2402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40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51460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Overwrite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14600" y="26700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Timpa nilai lama. Histori hilang.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402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402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Row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63840" y="26700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baru + surrogate key. Teknik utama pelestari histori.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43000" y="4114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14600" y="4087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Column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514600" y="4544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nilai lama &amp; baru berdampingan.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114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0" y="4087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Mini-Dim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63840" y="4544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cepat-berubah dipecah ke mini-dimension.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Conformed Dimensions &amp; Bus Matrix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yang dipakai bersama lintas proses bisnis memungkinkan analisis drill-across dan integrasi enterprise. Bus matrix memetakan proses (baris) × dimensi (kolom).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2377440"/>
            <a:ext cx="1737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2377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2377440"/>
            <a:ext cx="1737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377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2377440"/>
            <a:ext cx="1737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77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52560" y="2377440"/>
            <a:ext cx="1737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23774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63040" y="2944368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94436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Ritel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0" y="294436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309981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577840" y="294436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309981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94436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309981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944368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224" y="309981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1463040" y="3511296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51129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40480" y="35112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36667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5577840" y="35112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18504" y="36667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35112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35112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93224" y="36667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63040" y="4078224"/>
            <a:ext cx="237744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40782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840480" y="40782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81144" y="423367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40782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18504" y="423367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0" y="40782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40782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4782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= dimensi dipakai oleh proses tersebut (harus conform)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Dimensi Lanjutan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92024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6" name="Image 0" descr="/tmp/dwrepo_ppt/assets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0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84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15568" y="2651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dimensi, banyak peran (tgl order vs kirim)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1" name="Image 1" descr="/tmp/dwrepo_ppt/assets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84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Dimension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81728" y="2651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flag/indikator berkardinalitas rendah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20240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6" name="Image 2" descr="/tmp/dwrepo_ppt/assets/icons/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20866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9842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47888" y="265176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transaksi di fakta tanpa tabel dimensi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37490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4069080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1" name="Image 3" descr="/tmp/dwrepo_ppt/assets/icons/g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701" y="4235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133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Table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115568" y="48006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multivalued &amp; hierarki ragged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9120" y="37490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06908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26" name="Image 4" descr="/tmp/dwrepo_ppt/assets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861" y="423550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133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Mini-Dimension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81728" y="48006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cepat-berubah pada dimensi raksasa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955280" y="374904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06908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31" name="Image 5" descr="/tmp/dwrepo_ppt/assets/icons/sh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021" y="423550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1330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Supertype/Subtype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47888" y="48006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heterogen dengan fakta berbeda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3–16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6517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per Industri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industri memperkenalkan teknik pemodelan baru dalam konteks nyata.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Industri, 14 Kumpulan Teknik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470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554480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81528" y="155448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64408" y="184708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1554480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94376" y="155448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77256" y="18470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751576" y="1554480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07224" y="155448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90104" y="184708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964424" y="1554480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Mgmt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20072" y="1554480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2952" y="184708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177272" y="1554480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2487168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51560" y="27797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248716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81528" y="2487168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408" y="2779776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248716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Mgmt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94376" y="2487168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277977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751576" y="248716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Svc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07224" y="2487168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0104" y="277977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964424" y="248716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720072" y="2487168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02952" y="277977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10177272" y="2487168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68680" y="3419856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1560" y="371246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1325880" y="3419856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081528" y="3419856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64408" y="371246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3538728" y="3419856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294376" y="3419856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77256" y="371246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5751576" y="3419856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07224" y="3419856"/>
            <a:ext cx="20574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94A3B8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90104" y="371246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7964424" y="3419856"/>
            <a:ext cx="1508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8680" y="5440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Ditambah bab rekap (Insurance) yang menganyam hampir semua pola buku.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Pola Menonjol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5740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6" name="Image 0" descr="/tmp/dwrepo_ppt/assets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(Bab 3)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103120" y="226771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biru skema bintang &amp; prinsip 4 langkah yang jadi rujukan seluruh buku.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1" name="Image 1" descr="/tmp/dwrepo_ppt/assets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(Bab 14)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52360" y="226771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snapshot untuk workflow klaim + bridge diagnosis multivalued.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35204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0233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6" name="Image 2" descr="/tmp/dwrepo_ppt/asse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2135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(Bab 8)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103120" y="423367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customer kompleks, behavior tag, timespan fact table.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5204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233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21" name="Image 3" descr="/tmp/dwrepo_ppt/assets/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2135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(Bab 10)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52360" y="423367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Supertype/subtype untuk produk heterogen &amp; mini-dimension.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Kimball DW/BI Lifecycle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jalan proyek: perencanaan → kebutuhan bisnis → tiga jalur paralel → deployment → pertumbuhan.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5400000">
              <a:srgbClr val="1E293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/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88920" y="274320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/>
          <a:effectLst>
            <a:outerShdw sx="100000" sy="100000" kx="0" ky="0" algn="bl" rotWithShape="0" blurRad="76200" dist="25400" dir="5400000">
              <a:srgbClr val="47556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27432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87452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798064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79806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3721608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72160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27432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84080" y="27432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475569"/>
          </a:solidFill>
          <a:ln/>
          <a:effectLst>
            <a:outerShdw sx="100000" sy="100000" kx="0" ky="0" algn="bl" rotWithShape="0" blurRad="76200" dist="25400" dir="5400000">
              <a:srgbClr val="475569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Growth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3154680"/>
            <a:ext cx="22860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26280" y="3154680"/>
            <a:ext cx="502920" cy="-92354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3154680"/>
            <a:ext cx="50292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26280" y="3154680"/>
            <a:ext cx="502920" cy="92354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2231136"/>
            <a:ext cx="365760" cy="83210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3154680"/>
            <a:ext cx="3657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15200" y="4078224"/>
            <a:ext cx="365760" cy="-83210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35440" y="3154680"/>
            <a:ext cx="5486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691640" y="3566160"/>
            <a:ext cx="0" cy="1234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691640" y="4800600"/>
            <a:ext cx="8869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561320" y="3566160"/>
            <a:ext cx="0" cy="123444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  <a:headEnd type="triangle"/>
          </a:ln>
        </p:spPr>
      </p:sp>
      <p:sp>
        <p:nvSpPr>
          <p:cNvPr id="30" name="Text 28"/>
          <p:cNvSpPr/>
          <p:nvPr/>
        </p:nvSpPr>
        <p:spPr>
          <a:xfrm>
            <a:off x="1828800" y="4828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Iteratif — pertumbuhan memulai siklus berikutnya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berjalan sepanjang siklus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ETL: 34 Subsystem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komponen besar mengubah data sumber menjadi model dimensional siap-analisis.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606040"/>
            <a:ext cx="251460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474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change data capture, extract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9272" y="2194560"/>
            <a:ext cx="365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0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194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606040"/>
            <a:ext cx="25146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194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4–8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3474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screen, dedup, conform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3912" y="2194560"/>
            <a:ext cx="365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92240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194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606040"/>
            <a:ext cx="251460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194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9–21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474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SCD, surrogate key pipeline, fact builder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88552" y="2194560"/>
            <a:ext cx="365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326880" y="219456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26880" y="219456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9326880" y="2606040"/>
            <a:ext cx="25146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219456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0" y="3017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22–34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64040" y="34747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backup, security, metadata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→  Clean &amp; Conform  →  Deliver  →  Manage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Membangun &amp; Menjalankan ETL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05740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6" name="Image 0" descr="/tmp/dwrepo_ppt/assets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&amp; Spesifikasi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103120" y="226771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plan, pilih ETL tool, default strategy, source-to-target mapping.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1" name="Image 1" descr="/tmp/dwrepo_ppt/asset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 vs Incremental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52360" y="226771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 histori satu kali, lalu proses inkremental hanya data berubah.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5204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43000" y="40233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6" name="Image 2" descr="/tmp/dwrepo_ppt/assets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2135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Otomasi Lights-Out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103120" y="423367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error handling, restart via surrogate key sekuensial.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5204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233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1" name="Image 3" descr="/tmp/dwrepo_ppt/assets/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2135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52360" y="423367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instantaneous · intra-day · daily. Kecepatan ↔ kualitas.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yang Perlu Diingat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5448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dari proses bisnis, bukan dari laporan tertentu.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914400" y="244144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584094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39572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muat data pada grain paling atomik demi fleksibilitas.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914400" y="3282696"/>
            <a:ext cx="548640" cy="54864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3425342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3236976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 adalah fondasi integrasi enterprise.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914400" y="4123944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" y="4266590"/>
            <a:ext cx="263347" cy="2633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91640" y="4078224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kompleksitas ke ETL; jaga presentasi tetap sederhana.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914400" y="4965192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17" name="Image 4" descr="/tmp/dwrepo_ppt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107838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91640" y="4919472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Sukses DW/BI ditentukan oleh penerimaan pengguna bisnis.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606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3657600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lengkap 20 bab (teks) tersedia di repositori GitHub.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github.com/huda-salam/unsia-dw-tugas2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2026-08-09T14:34:37Z</dcterms:created>
  <dcterms:modified xsi:type="dcterms:W3CDTF">2026-08-09T14:34:37Z</dcterms:modified>
</cp:coreProperties>
</file>