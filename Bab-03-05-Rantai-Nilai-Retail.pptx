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· BAB 3–5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Rantai Nilai Retail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8288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· Inventory · Procurement — fondasi seluruh buku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Moh. Dingin Huda Salam  ·  NIM 250101020073  ·  Tugas Data Warehouse · UNSIA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dalam Deck Ini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377440" y="16550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77440" y="2020824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 biru skema bintang &amp; proses 4 langkah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532888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32888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377440" y="2587752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377440" y="295351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snapshot, fakta semi-aditif, bus matrix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465576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65576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377440" y="3520440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377440" y="388620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vs banyak fact table + SCD Type 0–7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3 · Retail Sales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paling fundamental — cetak biru star schema yang jadi rujukan seluruh buku.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214884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413" y="23152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Langkah Desain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97280" y="2743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→ grain → dimensi → fakta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0" y="187452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0832" y="214884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253" y="23152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Dim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389120" y="2743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transaksi di fact table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406640" y="187452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662672" y="2148840"/>
            <a:ext cx="640080" cy="6400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7" name="Image 2" descr="/tmp/dwrepo_ppt/assets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093" y="23152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1/2/3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680960" y="2743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Menangani perubahan atribut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2296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penjualan ritel: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852160" y="4059936"/>
            <a:ext cx="731520" cy="144932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 flipH="1">
            <a:off x="7589520" y="4059936"/>
            <a:ext cx="-1005840" cy="144932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4434840" y="5202936"/>
            <a:ext cx="2148840" cy="30632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 flipH="1">
            <a:off x="8458200" y="5202936"/>
            <a:ext cx="-1874520" cy="30632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 flipH="1" flipV="1">
            <a:off x="6537960" y="6528816"/>
            <a:ext cx="45720" cy="-1019556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5577840" y="50749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25400" dir="5400000">
              <a:srgbClr val="2563EB">
                <a:alpha val="3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5577840" y="50749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212080" y="38404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21208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949440" y="38404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94944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794760" y="49834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794760" y="4983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7818120" y="498348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818120" y="4983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5897880" y="630936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897880" y="6309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4 · Inventory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tingkat persediaan — memperkenalkan konsep integrasi enterprise.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5676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Snapshot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baris per produk per lokasi per periode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7744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tr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Fakta Semi-Aditif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stok tak bisa dijumlah lintas waktu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2519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sh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4421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Conformed Dimension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10312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dipakai ulang lintas proses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4421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 Matrix &amp; Value Chain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proses × dimensi sebagai master plan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5 · Procurement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 — keputusan struktur fact table &amp; katalog lengkap SCD.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5676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vs Banyak Fact Table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berbeda + control number → tabel terpisah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7744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 Type 0–3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Retain, overwrite, add row, add column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2519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4421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 Type 4 (Mini-Dim)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10312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cepat-berubah pada dimensi raksasa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g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4421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 Hybrid Type 5–7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Perspektif historis + nilai kini sekaligus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Intisari Bab 3–5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395728"/>
            <a:ext cx="173736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74320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5" name="Image 0" descr="/tmp/dwrepo_ppt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8620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69748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menetapkan cetak biru: star schema + proses desain 4 langkah.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68680" y="3493008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8" name="Image 1" descr="/tmp/dwrepo_ppt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6118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3447288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memperkenalkan periodic snapshot, fakta semi-aditif &amp; conformed dimension.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68680" y="4242816"/>
            <a:ext cx="457200" cy="45720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1" name="Image 2" descr="/tmp/dwrepo_ppt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6168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197096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membahas keputusan struktur fact table + SCD Type 0–7 lengkap.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68680" y="499262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4" name="Image 3" descr="/tmp/dwrepo_ppt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11149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4946904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Ketiganya membentuk rantai nilai retail: sales → inventory → procurement.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2026-08-09T16:16:54Z</dcterms:created>
  <dcterms:modified xsi:type="dcterms:W3CDTF">2026-08-09T16:16:54Z</dcterms:modified>
</cp:coreProperties>
</file>