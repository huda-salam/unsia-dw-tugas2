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BAB 6–7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 &amp; Accounting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&amp; buku besar keuangan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dalam Deck 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16550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02082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Role-playing, junk, multi-currency, accumulating snapshot, P&amp;L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32888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2587752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2953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ledger, budget net-change, bridge hierarki, consolidated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6 · Order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Pemenuhan order — banyak teknik "multiple".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Role-Playing Dimension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vs ship date via view/alias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Junk &amp; Degenerate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flag + nomor order di fakta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Multi-Currency / UoM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lokal + standar; faktor konversi di fakta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P&amp;L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→ cost → contribution profit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6 · Accumulating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Melacak kecepatan (velocity) satu order melintasi seluruh pipeline pemenuhan.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63500" dist="25400" dir="5400000">
              <a:srgbClr val="2563E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892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D94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16A34A"/>
          </a:solidFill>
          <a:ln/>
          <a:effectLst>
            <a:outerShdw sx="100000" sy="100000" kx="0" ky="0" algn="bl" rotWithShape="0" blurRad="63500" dist="25400" dir="5400000">
              <a:srgbClr val="16A3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7C3AED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4964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63500" dist="25400" dir="5400000">
              <a:srgbClr val="2563EB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4964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per order line, di-update tiap milestone. Punya banyak FK tanggal + fakta lag antar tahap.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977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1605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Melengkapi transaksi &amp; periodic snapshot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7548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proses berumur pendek dengan awal-akhir jelas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977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41605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lag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7548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order→ship, order→invoice: ukur kecepatan proses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01000" y="3977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41605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dimension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ETL melekat di baris fakta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7 · Accounting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keuangan general ledger — dua skema komplementer.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 Periodic Snapshot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per periode; balance semi-aditif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Transaction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per entry; debit/credit indicator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Net-Change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perubahan, bukan snapshot status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g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Ragged Hierarchy Bridge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organisasi berkedalaman tak tentu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6–7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95728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862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69748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6: role-playing, junk/degenerate, multi-currency/UoM, accumulating snapshot, P&amp;L.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11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44728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7: GL periodic snapshot + journal transaction; budget grain net-change.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61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9709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 untuk hierarki ragged; consolidated fact untuk drill-across sering.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114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94690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menghubungkan operasional (order) dengan keuangan (ledger).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2026-08-09T16:16:54Z</dcterms:created>
  <dcterms:modified xsi:type="dcterms:W3CDTF">2026-08-09T16:16:54Z</dcterms:modified>
</cp:coreProperties>
</file>