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· BAB 10–12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14884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Jasa Keuangan, Telko &amp; Transportasi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8288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 dengan tantangan dimensi &amp; granularitas khas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Moh. Dingin Huda Salam  ·  NIM 250101020073  ·  Tugas Data Warehouse · UNSIA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dalam Deck Ini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0020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10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377440" y="16550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377440" y="2020824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triage, mini-dim, supertype/subtype, hot swappable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532888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32888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11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377440" y="2587752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377440" y="295351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 — checklist kesalahan desain dimensional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3465576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65576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12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377440" y="3520440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377440" y="388620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granularity, role-playing masif, lokalisasi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10 · Financial Services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ritel — banyak teknik dimensi lanjutan.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37744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95" y="25676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 Triage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0312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 dimensi; jangan terlalu sedikit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37744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256763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Mini-Dimension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5236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cepat-berubah (demografi, risk)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43000" y="4251960"/>
            <a:ext cx="731520" cy="7315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7" name="Image 2" descr="/tmp/dwrepo_ppt/assets/icons/sh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195" y="444215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Supertype/Subtype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10312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heterogen (checking vs deposito)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25196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22" name="Image 3" descr="/tmp/dwrepo_ppt/assets/icons/refre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35" y="444215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 Swappable Dim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5236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 ditukar sesuai konteks pengguna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11 · Telecommunications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unik — latihan design review sebagai checklist rekap.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37744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95" y="25676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Deklarasi Grain Jelas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0312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pertama &amp; seragam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37744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256763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Hindari Anti-Pola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5236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Centipede, snowflake, teks di fakta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43000" y="4251960"/>
            <a:ext cx="731520" cy="7315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7" name="Image 2" descr="/tmp/dwrepo_ppt/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195" y="444215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 Deskriptif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10312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bermakna, bukan kode kriptik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25196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22" name="Image 3" descr="/tmp/dwrepo_ppt/assets/icons/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35" y="444215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Dimension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5236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geografi di banyak dimensi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12 · Transportation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maskapai — tema "voyage" bertahap.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37744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95" y="25676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Granularity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0312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&lt; segment &lt; trip &lt; itinerary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37744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256763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Role-Playing Masif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5236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Date/time/airport dalam banyak peran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43000" y="4251960"/>
            <a:ext cx="731520" cy="7315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7" name="Image 2" descr="/tmp/dwrepo_ppt/assets/icons/sh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195" y="444215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Correlated Dim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10312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of service jadi satu dimensi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25196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22" name="Image 3" descr="/tmp/dwrepo_ppt/assets/icons/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35" y="444215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Lokalisasi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5236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zona waktu, currency &amp; bahasa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Intisari Bab 10–12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395728"/>
            <a:ext cx="173736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74320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5" name="Image 0" descr="/tmp/dwrepo_ppt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8620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69748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10: dimension triage, mini-dimension, supertype/subtype, hot swappable.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68680" y="3493008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8" name="Image 1" descr="/tmp/dwrepo_ppt/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61188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3447288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11: checklist design review — rekap prinsip &amp; anti-pola desain dimensional.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68680" y="4242816"/>
            <a:ext cx="457200" cy="45720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1" name="Image 2" descr="/tmp/dwrepo_ppt/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6168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4197096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12: multiple fact table granularity, role-playing masif, isu lokalisasi.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868680" y="4992624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14" name="Image 3" descr="/tmp/dwrepo_ppt/asse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111496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54480" y="4946904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Ketiganya memperluas teknik dimensi untuk industri spesifik.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2026-08-09T16:16:55Z</dcterms:created>
  <dcterms:modified xsi:type="dcterms:W3CDTF">2026-08-09T16:16:55Z</dcterms:modified>
</cp:coreProperties>
</file>