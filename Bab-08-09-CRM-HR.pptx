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BAB 8–9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Pelanggan &amp; Karyawan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HR — dua dimensi "people" paling kompleks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dalam Deck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6550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customer kompleks, behavior tag, bridge, timespan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9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58775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2953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dim Type 2, headcount snapshot, hierarki manajer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8 · Customer Relationship Mgmt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= dimensi tersulit sekaligus fondasi CRM.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Nama/Alamat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 ke elemen dasar; Unicode internasional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Tag Series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RFI/RFM disimpan posisional, bukan fakta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g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Multivalued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contact, atribut sparse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Timespan &amp; Step Dim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 titik waktu; perilaku sekuensial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9 · Human Resources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karyawan yang kaya sudah mendukung banyak analisis.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Dim Type 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Timespan presisi + change reason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Snapshot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per karyawan per bulan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g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Manager Bridge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organisasi variable-depth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Bridge &amp; Survey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Keahlian multivalued; grain per pertanyaan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8–9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9572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862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6974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8: customer dim kaya (parsing, behavior tag, bridge, timespan, step dimension).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4728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9: employee dim Type 2 menggantikan factless; headcount periodic snapshot.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61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970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 kunci untuk relasi multivalued (kontak, skill) &amp; hierarki manajer.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9469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bab menegaskan: dimensi yang kaya = sistem DW/BI yang kuat.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2026-08-09T16:16:54Z</dcterms:created>
  <dcterms:modified xsi:type="dcterms:W3CDTF">2026-08-09T16:16:54Z</dcterms:modified>
</cp:coreProperties>
</file>