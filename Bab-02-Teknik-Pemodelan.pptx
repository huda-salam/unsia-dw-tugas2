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2 · THE DATA WAREHOUSE TOOLKIT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21488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Ikhtisar Teknik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Pemodelan Dimensional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3794760"/>
            <a:ext cx="18288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977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Kamus resmi seluruh teknik Kimball — referensi cepat lintas bab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Moh. Dingin Huda Salam  ·  NIM 250101020073  ·  Tugas Data Warehouse · UNSIA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Proses Desain Dimensional 4 Langkah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 yang dipakai di semua studi kasus — dirancang lewat workshop kolaboratif, bukan isolasi.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55648" y="228600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755648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" y="31089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Proses Bisnis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7947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 operasional — satu baris bus matrix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00400" y="1965960"/>
            <a:ext cx="45720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611880" y="196596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44568" y="228600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544568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749040" y="31089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Deklarasikan Grain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94760" y="37947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 satu baris fakta — kontrak mengikat, atomik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89320" y="1965960"/>
            <a:ext cx="45720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400800" y="196596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33488" y="2286000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7333488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537960" y="31089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Identifikasi Dimensi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83680" y="37947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Konteks: siapa, apa, kapan, di mana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778240" y="1965960"/>
            <a:ext cx="45720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189720" y="196596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122408" y="228600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10122408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326880" y="31089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Identifikasi Fakta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372600" y="37947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Pengukuran numerik selaras dengan grain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Perluasan "anggun": tambah fakta / dimensi / atribut, atau turunkan grain — tanpa merusak query lama.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Teknik Fact Table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jenis grain fundamental: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32918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57400" y="2011680"/>
            <a:ext cx="731520" cy="73152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7" name="Image 0" descr="/tmp/dwrepo_ppt/assets/icons/tre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595" y="220187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2834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51560" y="32918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event pengukuran. Paling detail &amp; ekspresif.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9120" y="1783080"/>
            <a:ext cx="32918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23560" y="2011680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35000"/>
              </a:srgbClr>
            </a:outerShdw>
          </a:effectLst>
        </p:spPr>
      </p:sp>
      <p:pic>
        <p:nvPicPr>
          <p:cNvPr id="12" name="Image 1" descr="/tmp/dwrepo_ppt/assets/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755" y="220187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2834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Periodic Snapshot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617720" y="32918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Rangkuman per periode standar. Padat di FK.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955280" y="1783080"/>
            <a:ext cx="32918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189720" y="2011680"/>
            <a:ext cx="731520" cy="73152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7C3AED">
                <a:alpha val="35000"/>
              </a:srgbClr>
            </a:outerShdw>
          </a:effectLst>
        </p:spPr>
      </p:sp>
      <p:pic>
        <p:nvPicPr>
          <p:cNvPr id="17" name="Image 2" descr="/tmp/dwrepo_ppt/assets/icons/refre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9915" y="220187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38160" y="2834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Accumulating Snapshot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183880" y="32918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proses, baris di-update tiap milestone.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2296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 lain: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22960" y="47091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Factless —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tanpa fakta numerik — analisis "apa yang tak terjadi"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389120" y="47091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—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rollup untuk percepatan query (seperti indeks)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7955280" y="47091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—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gabung fakta lintas proses pada grain sama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Teknik Dimension Table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 = "jiwa" data warehouse: sumber label untuk filter &amp; grouping.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148840"/>
            <a:ext cx="640080" cy="6400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7" name="Image 0" descr="/tmp/dwrepo_ppt/assets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701" y="231526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12140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Key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115568" y="269748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Kunci integer buatan sebagai PK dimensi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9120" y="182880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2148840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35000"/>
              </a:srgbClr>
            </a:outerShdw>
          </a:effectLst>
        </p:spPr>
      </p:sp>
      <p:pic>
        <p:nvPicPr>
          <p:cNvPr id="12" name="Image 1" descr="/tmp/dwrepo_ppt/assets/icons/bo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861" y="231526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212140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Degenerate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81728" y="269748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transaksi di fakta tanpa tabel dimensi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955280" y="182880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0" y="2148840"/>
            <a:ext cx="640080" cy="64008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5400000">
              <a:srgbClr val="16A34A">
                <a:alpha val="35000"/>
              </a:srgbClr>
            </a:outerShdw>
          </a:effectLst>
        </p:spPr>
      </p:sp>
      <p:pic>
        <p:nvPicPr>
          <p:cNvPr id="17" name="Image 2" descr="/tmp/dwrepo_ppt/assets/icons/refre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6021" y="231526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06840" y="212140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Role-Playing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247888" y="269748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dimensi, banyak peran via view/alias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22960" y="356616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97280" y="3886200"/>
            <a:ext cx="640080" cy="64008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7C3AED">
                <a:alpha val="35000"/>
              </a:srgbClr>
            </a:outerShdw>
          </a:effectLst>
        </p:spPr>
      </p:sp>
      <p:pic>
        <p:nvPicPr>
          <p:cNvPr id="22" name="Image 3" descr="/tmp/dwrepo_ppt/assets/icons/filt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3701" y="4052621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874520" y="385876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Junk Dimension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1115568" y="443484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Gabung flag berkardinalitas rendah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389120" y="356616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63440" y="3886200"/>
            <a:ext cx="640080" cy="6400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27" name="Image 4" descr="/tmp/dwrepo_ppt/assets/icons/clo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9861" y="4052621"/>
            <a:ext cx="307238" cy="30723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40680" y="385876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Date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681728" y="443484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 tanggal kaya atribut, hampir universal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7955280" y="356616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229600" y="3886200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35000"/>
              </a:srgbClr>
            </a:outerShdw>
          </a:effectLst>
        </p:spPr>
      </p:sp>
      <p:pic>
        <p:nvPicPr>
          <p:cNvPr id="32" name="Image 5" descr="/tmp/dwrepo_ppt/assets/icons/gri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6021" y="4052621"/>
            <a:ext cx="307238" cy="30723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06840" y="385876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Denormalized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247888" y="443484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Hierarki diratakan (bukan snowflake)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Integrasi: Conformed Dimension &amp; Bus Matrix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 dibangun sekali sebagai master data, dipakai ulang lintas fact table — fondasi DW enterprise &amp; agile.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3840480" y="2331720"/>
            <a:ext cx="173736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0" y="23317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577840" y="2331720"/>
            <a:ext cx="173736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0" y="23317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0" y="2331720"/>
            <a:ext cx="173736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23317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052560" y="2331720"/>
            <a:ext cx="173736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0" y="23317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463040" y="2880360"/>
            <a:ext cx="237744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28803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Penjualan Ritel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840480" y="2880360"/>
            <a:ext cx="1737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90288" y="3035808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Shape 15"/>
          <p:cNvSpPr/>
          <p:nvPr/>
        </p:nvSpPr>
        <p:spPr>
          <a:xfrm>
            <a:off x="5577840" y="2880360"/>
            <a:ext cx="1737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27648" y="3035808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2880360"/>
            <a:ext cx="1737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65008" y="3035808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Shape 19"/>
          <p:cNvSpPr/>
          <p:nvPr/>
        </p:nvSpPr>
        <p:spPr>
          <a:xfrm>
            <a:off x="9052560" y="2880360"/>
            <a:ext cx="1737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02368" y="3035808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Shape 21"/>
          <p:cNvSpPr/>
          <p:nvPr/>
        </p:nvSpPr>
        <p:spPr>
          <a:xfrm>
            <a:off x="1463040" y="3429000"/>
            <a:ext cx="237744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54480" y="34290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840480" y="3429000"/>
            <a:ext cx="1737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0288" y="3584448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Shape 25"/>
          <p:cNvSpPr/>
          <p:nvPr/>
        </p:nvSpPr>
        <p:spPr>
          <a:xfrm>
            <a:off x="5577840" y="3429000"/>
            <a:ext cx="1737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7648" y="3584448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0" y="3429000"/>
            <a:ext cx="1737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52560" y="3429000"/>
            <a:ext cx="1737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02368" y="3584448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Shape 30"/>
          <p:cNvSpPr/>
          <p:nvPr/>
        </p:nvSpPr>
        <p:spPr>
          <a:xfrm>
            <a:off x="1463040" y="3977640"/>
            <a:ext cx="237744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54480" y="39776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Pengadaan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3840480" y="3977640"/>
            <a:ext cx="1737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90288" y="4133088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6" name="Shape 34"/>
          <p:cNvSpPr/>
          <p:nvPr/>
        </p:nvSpPr>
        <p:spPr>
          <a:xfrm>
            <a:off x="5577840" y="3977640"/>
            <a:ext cx="1737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27648" y="4133088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8" name="Shape 36"/>
          <p:cNvSpPr/>
          <p:nvPr/>
        </p:nvSpPr>
        <p:spPr>
          <a:xfrm>
            <a:off x="7315200" y="3977640"/>
            <a:ext cx="1737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52560" y="3977640"/>
            <a:ext cx="1737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63040" y="4709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Matrix: proses bisnis (baris) × dimensi (kolom). ● = dimensi conform yang dipakai bersama.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1463040" y="5074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Drilling across: gabungkan fakta lintas tabel via conformed dimension — bukan join fact-to-fact.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Slowly Changing Dimensions: Type 0–7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menangani perubahan atribut dimensi — bisa dikombinasikan dalam satu dimensi.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5029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00253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002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1828800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Original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nilai tak pernah diubah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029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200253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002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49440" y="1828800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Overwrite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timpa nilai — histori hilang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2761488"/>
            <a:ext cx="5029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5840" y="293522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935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00200" y="2761488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Row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baris baru + surrogate key (utama)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172200" y="2761488"/>
            <a:ext cx="5029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55080" y="293522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2935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49440" y="2761488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Attribute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kolom nilai lama &amp; baru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22960" y="3694176"/>
            <a:ext cx="5029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05840" y="386791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3867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00200" y="3694176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Mini-Dimension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atribut cepat-berubah dipecah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172200" y="3694176"/>
            <a:ext cx="5029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55080" y="386791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3867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49440" y="3694176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Mini-Dim + Outrigger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histori + nilai kini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22960" y="4626864"/>
            <a:ext cx="5029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05840" y="4800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600200" y="4626864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 di Type 2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saat kejadian atau nilai kini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172200" y="4626864"/>
            <a:ext cx="5029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55080" y="4800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635508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949440" y="4626864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Type 1 &amp; 2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as-was &amp; as-is via dua view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7373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Intisari Bab 2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2606040"/>
            <a:ext cx="173736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926080"/>
            <a:ext cx="502920" cy="50292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5" name="Image 0" descr="/tmp/dwrepo_ppt/assets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" y="305683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28803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2 = peta seluruh persenjataan teknik Kimball (referensi cepat).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68680" y="3703320"/>
            <a:ext cx="502920" cy="5029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35000"/>
              </a:srgbClr>
            </a:outerShdw>
          </a:effectLst>
        </p:spPr>
      </p:sp>
      <p:pic>
        <p:nvPicPr>
          <p:cNvPr id="8" name="Image 1" descr="/tmp/dwrepo_ppt/assets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" y="3834079"/>
            <a:ext cx="241402" cy="2414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365760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Kuasai dulu: proses desain 4 langkah (proses → grain → dimensi → fakta).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868680" y="4480560"/>
            <a:ext cx="502920" cy="50292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5400000">
              <a:srgbClr val="16A34A">
                <a:alpha val="35000"/>
              </a:srgbClr>
            </a:outerShdw>
          </a:effectLst>
        </p:spPr>
      </p:sp>
      <p:pic>
        <p:nvPicPr>
          <p:cNvPr id="11" name="Image 2" descr="/tmp/dwrepo_ppt/assets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439" y="4611319"/>
            <a:ext cx="241402" cy="24140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00200" y="44348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jenis grain fact table + SCD Type 0–7 untuk perubahan atribut.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68680" y="5257800"/>
            <a:ext cx="502920" cy="50292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7C3AED">
                <a:alpha val="35000"/>
              </a:srgbClr>
            </a:outerShdw>
          </a:effectLst>
        </p:spPr>
      </p:sp>
      <p:pic>
        <p:nvPicPr>
          <p:cNvPr id="14" name="Image 3" descr="/tmp/dwrepo_ppt/assets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439" y="5388559"/>
            <a:ext cx="241402" cy="24140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00200" y="521208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dimension + bus matrix = fondasi integrasi enterprise.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2026-08-09T15:48:27Z</dcterms:created>
  <dcterms:modified xsi:type="dcterms:W3CDTF">2026-08-09T15:48:27Z</dcterms:modified>
</cp:coreProperties>
</file>