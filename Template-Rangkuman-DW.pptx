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965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 / MATA KULIAH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2286000"/>
            <a:ext cx="9601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Judul Presentasi di Sini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822960" y="3401568"/>
            <a:ext cx="173736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361188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Subjudul atau deskripsi singkat presentasi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5943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  ·  NIM  ·  Tanggal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33172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822960" y="361188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Judul Bagian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4434840"/>
            <a:ext cx="173736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4617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Keterangan singkat isi bagian ini (opsional)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Judul Slide Konten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22960" y="1170432"/>
            <a:ext cx="155448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554480"/>
            <a:ext cx="1033272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 pertama diletakkan di sini</a:t>
            </a:r>
            <a:endParaRPr lang="en-US" sz="1800" dirty="0"/>
          </a:p>
          <a:p>
            <a:pPr algn="l"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 kedua sebagai penjelasan tambahan</a:t>
            </a:r>
            <a:endParaRPr lang="en-US" sz="1800" dirty="0"/>
          </a:p>
          <a:p>
            <a:pPr algn="l"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 ketiga bila diperlukan</a:t>
            </a:r>
            <a:endParaRPr lang="en-US" sz="1800" dirty="0"/>
          </a:p>
          <a:p>
            <a:pPr algn="l"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 keempat sebagai penutup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Judul Slide Dua Kolom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22960" y="1170432"/>
            <a:ext cx="155448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60020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Subjudul Kiri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057400"/>
            <a:ext cx="48463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 kolom kiri poin satu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 kolom kiri poin dua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 kolom kiri poin tiga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355080" y="160020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Subjudul Kanan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0" y="2057400"/>
            <a:ext cx="48463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 kolom kanan poin satu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 kolom kanan poin dua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 kolom kanan poin tiga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74320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Terima Kasih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822960" y="3794760"/>
            <a:ext cx="173736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4023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Kontak / catatan penutup di sini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2026-08-09T14:23:08Z</dcterms:created>
  <dcterms:modified xsi:type="dcterms:W3CDTF">2026-08-09T14:23:08Z</dcterms:modified>
</cp:coreProperties>
</file>