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· BAB 13–16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214884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Pendidikan, Kesehatan, E-Commerce &amp; Asuransi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3794760"/>
            <a:ext cx="18288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977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Layanan, digital, dan bab rekap penutup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Moh. Dingin Huda Salam  ·  NIM 250101020073  ·  Tugas Data Warehouse · UNSIA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dalam Deck Ini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0020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0020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13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377440" y="1655064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377440" y="2020824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Accumulating snapshot &amp; factless fact table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2532888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532888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14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377440" y="2587752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377440" y="2953512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workflow, diagnosis bridge, measure type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3465576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465576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15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377440" y="3520440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377440" y="3886200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Clickstream, step dimension, profitability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14400" y="4398264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398264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16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377440" y="4453128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377440" y="4818888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Rekap — menganyam hampir semua pola buku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13 · Education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— dua pola khas pendidikan.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32918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57400" y="2148840"/>
            <a:ext cx="822960" cy="82296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7" name="Image 0" descr="/tmp/dwrepo_ppt/assets/icons/refre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370" y="236281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Accumulating Snapshot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51560" y="36576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pelamar &amp; hibah riset (milestone)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89120" y="1874520"/>
            <a:ext cx="32918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23560" y="2148840"/>
            <a:ext cx="822960" cy="82296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12" name="Image 1" descr="/tmp/dwrepo_ppt/assets/icons/gr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530" y="236281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Factless: Event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17720" y="36576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Kehadiran, registrasi — hanya kumpulan FK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955280" y="1874520"/>
            <a:ext cx="32918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189720" y="2148840"/>
            <a:ext cx="822960" cy="82296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16A34A">
                <a:alpha val="35000"/>
              </a:srgbClr>
            </a:outerShdw>
          </a:effectLst>
        </p:spPr>
      </p:sp>
      <p:pic>
        <p:nvPicPr>
          <p:cNvPr id="17" name="Image 2" descr="/tmp/dwrepo_ppt/assets/icons/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3690" y="236281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38160" y="3108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Factless: Coverage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183880" y="36576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Utilisasi fasilitas (denominator)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14 · Healthcare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Menautkan data administratif &amp; klinis — accumulating snapshot workflow klaim.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2148840"/>
            <a:ext cx="1600200" cy="731520"/>
          </a:xfrm>
          <a:prstGeom prst="roundRect">
            <a:avLst>
              <a:gd name="adj" fmla="val 7500"/>
            </a:avLst>
          </a:prstGeom>
          <a:solidFill>
            <a:srgbClr val="2563EB"/>
          </a:solidFill>
          <a:ln/>
          <a:effectLst>
            <a:outerShdw sx="100000" sy="100000" kx="0" ky="0" algn="bl" rotWithShape="0" blurRad="63500" dist="25400" dir="5400000">
              <a:srgbClr val="2563EB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4884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68880" y="214884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88920" y="2148840"/>
            <a:ext cx="1600200" cy="73152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0D948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88920" y="214884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Primary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89120" y="214884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09160" y="2148840"/>
            <a:ext cx="1600200" cy="731520"/>
          </a:xfrm>
          <a:prstGeom prst="roundRect">
            <a:avLst>
              <a:gd name="adj" fmla="val 7500"/>
            </a:avLst>
          </a:prstGeom>
          <a:solidFill>
            <a:srgbClr val="16A34A"/>
          </a:solidFill>
          <a:ln/>
          <a:effectLst>
            <a:outerShdw sx="100000" sy="100000" kx="0" ky="0" algn="bl" rotWithShape="0" blurRad="63500" dist="25400" dir="5400000">
              <a:srgbClr val="16A34A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214884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Secondary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309360" y="214884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629400" y="2148840"/>
            <a:ext cx="1600200" cy="731520"/>
          </a:xfrm>
          <a:prstGeom prst="roundRect">
            <a:avLst>
              <a:gd name="adj" fmla="val 75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63500" dist="25400" dir="5400000">
              <a:srgbClr val="7C3AED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29400" y="214884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14884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49640" y="2148840"/>
            <a:ext cx="1600200" cy="731520"/>
          </a:xfrm>
          <a:prstGeom prst="roundRect">
            <a:avLst>
              <a:gd name="adj" fmla="val 7500"/>
            </a:avLst>
          </a:prstGeom>
          <a:solidFill>
            <a:srgbClr val="2563EB"/>
          </a:solidFill>
          <a:ln/>
          <a:effectLst>
            <a:outerShdw sx="100000" sy="100000" kx="0" ky="0" algn="bl" rotWithShape="0" blurRad="63500" dist="25400" dir="5400000">
              <a:srgbClr val="2563EB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549640" y="214884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Balance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68680" y="342900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143000" y="3703320"/>
            <a:ext cx="640080" cy="6400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21" name="Image 0" descr="/tmp/dwrepo_ppt/assets/icons/g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421" y="3869741"/>
            <a:ext cx="307238" cy="30723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892808" y="37033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Bridge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43000" y="434340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Multivalued tanpa weighting → impact report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434840" y="342900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09160" y="3703320"/>
            <a:ext cx="640080" cy="6400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26" name="Image 1" descr="/tmp/dwrepo_ppt/assets/icons/sh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581" y="3869741"/>
            <a:ext cx="307238" cy="30723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458968" y="37033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Supertype/Subtype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4709160" y="434340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rawat inap vs jalan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8001000" y="342900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8275320" y="3703320"/>
            <a:ext cx="640080" cy="64008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16A34A">
                <a:alpha val="35000"/>
              </a:srgbClr>
            </a:outerShdw>
          </a:effectLst>
        </p:spPr>
      </p:sp>
      <p:pic>
        <p:nvPicPr>
          <p:cNvPr id="31" name="Image 2" descr="/tmp/dwrepo_ppt/assets/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1741" y="3869741"/>
            <a:ext cx="307238" cy="30723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9025128" y="37033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Type Dim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8275320" y="434340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 lab sangat sparse jadi baris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15 · Electronic Commerce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retailer — data clickstream yang unik.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377440"/>
            <a:ext cx="731520" cy="73152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7" name="Image 0" descr="/tmp/dwrepo_ppt/assets/icons/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195" y="256763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21671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Clickstream Source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103120" y="262432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Terdistribusi, stateless, anonim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377440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12" name="Image 1" descr="/tmp/dwrepo_ppt/assets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435" y="256763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1671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Grain Fact Table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52360" y="262432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Session-grained &amp; page-event-grained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" y="374904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143000" y="4251960"/>
            <a:ext cx="731520" cy="73152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16A34A">
                <a:alpha val="35000"/>
              </a:srgbClr>
            </a:outerShdw>
          </a:effectLst>
        </p:spPr>
      </p:sp>
      <p:pic>
        <p:nvPicPr>
          <p:cNvPr id="17" name="Image 2" descr="/tmp/dwrepo_ppt/assets/icons/tren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195" y="444215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03120" y="40416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Dimension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2103120" y="44988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langkah sekuensial dalam sesi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72200" y="374904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92240" y="4251960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7C3AED">
                <a:alpha val="35000"/>
              </a:srgbClr>
            </a:outerShdw>
          </a:effectLst>
        </p:spPr>
      </p:sp>
      <p:pic>
        <p:nvPicPr>
          <p:cNvPr id="22" name="Image 3" descr="/tmp/dwrepo_ppt/assets/icons/targ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435" y="4442155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52360" y="40416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Profitability P&amp;L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52360" y="44988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Lintas channel (store/telesales/web)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 16 · Insurance — Rekap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133856"/>
            <a:ext cx="146304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capstone: menganyam hampir seluruh pola buku.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377440"/>
            <a:ext cx="731520" cy="73152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7" name="Image 0" descr="/tmp/dwrepo_ppt/assets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195" y="256763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21671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Tipe Fact Table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103120" y="262432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Transaction, periodic, accumulating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377440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12" name="Image 1" descr="/tmp/dwrepo_ppt/assets/icons/refre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435" y="256763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1671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SCD &amp; Bridge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52360" y="262432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1–3, multivalued (SIC/driver)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" y="374904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143000" y="4251960"/>
            <a:ext cx="731520" cy="73152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16A34A">
                <a:alpha val="35000"/>
              </a:srgbClr>
            </a:outerShdw>
          </a:effectLst>
        </p:spPr>
      </p:sp>
      <p:pic>
        <p:nvPicPr>
          <p:cNvPr id="17" name="Image 2" descr="/tmp/dwrepo_ppt/assets/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195" y="444215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03120" y="40416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Pay-in-Advance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2103120" y="44988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vs earned premium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72200" y="374904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92240" y="4251960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7C3AED">
                <a:alpha val="35000"/>
              </a:srgbClr>
            </a:outerShdw>
          </a:effectLst>
        </p:spPr>
      </p:sp>
      <p:pic>
        <p:nvPicPr>
          <p:cNvPr id="22" name="Image 3" descr="/tmp/dwrepo_ppt/assets/icons/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435" y="4442155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52360" y="40416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Timespan Accumulating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52360" y="44988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Rekonstruksi status historis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Intisari Bab 13–16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2395728"/>
            <a:ext cx="173736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743200"/>
            <a:ext cx="457200" cy="4572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5400000">
              <a:srgbClr val="2563EB">
                <a:alpha val="35000"/>
              </a:srgbClr>
            </a:outerShdw>
          </a:effectLst>
        </p:spPr>
      </p:sp>
      <p:pic>
        <p:nvPicPr>
          <p:cNvPr id="5" name="Image 0" descr="/tmp/dwrepo_ppt/assets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86207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697480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13: accumulating snapshot (pipeline) &amp; factless (event + coverage).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68680" y="3493008"/>
            <a:ext cx="457200" cy="4572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D9488">
                <a:alpha val="35000"/>
              </a:srgbClr>
            </a:outerShdw>
          </a:effectLst>
        </p:spPr>
      </p:sp>
      <p:pic>
        <p:nvPicPr>
          <p:cNvPr id="8" name="Image 1" descr="/tmp/dwrepo_ppt/assets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61188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3447288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14: claims workflow, diagnosis bridge multivalued, measure type dimension.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868680" y="4242816"/>
            <a:ext cx="457200" cy="45720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5400000">
              <a:srgbClr val="16A34A">
                <a:alpha val="35000"/>
              </a:srgbClr>
            </a:outerShdw>
          </a:effectLst>
        </p:spPr>
      </p:sp>
      <p:pic>
        <p:nvPicPr>
          <p:cNvPr id="11" name="Image 2" descr="/tmp/dwrepo_ppt/assets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361688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54480" y="4197096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15: clickstream (session vs page grain), step dimension, profitability P&amp;L.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868680" y="4992624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5400000">
              <a:srgbClr val="7C3AED">
                <a:alpha val="35000"/>
              </a:srgbClr>
            </a:outerShdw>
          </a:effectLst>
        </p:spPr>
      </p:sp>
      <p:pic>
        <p:nvPicPr>
          <p:cNvPr id="14" name="Image 3" descr="/tmp/dwrepo_ppt/assets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5111496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54480" y="4946904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16: rekap capstone — hampir semua pola dimensional dalam satu kasus.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2026-08-09T16:16:55Z</dcterms:created>
  <dcterms:modified xsi:type="dcterms:W3CDTF">2026-08-09T16:16:55Z</dcterms:modified>
</cp:coreProperties>
</file>